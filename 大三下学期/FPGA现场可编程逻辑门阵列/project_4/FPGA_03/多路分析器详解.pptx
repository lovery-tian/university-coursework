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7" r:id="rId4"/>
    <p:sldId id="260" r:id="rId5"/>
    <p:sldId id="262" r:id="rId6"/>
    <p:sldId id="263" r:id="rId7"/>
    <p:sldId id="265" r:id="rId8"/>
    <p:sldId id="264" r:id="rId9"/>
    <p:sldId id="26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7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60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5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8.xml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3" Type="http://schemas.openxmlformats.org/officeDocument/2006/relationships/image" Target="../media/image6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8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5.xml"/><Relationship Id="rId6" Type="http://schemas.openxmlformats.org/officeDocument/2006/relationships/image" Target="../media/image8.png"/><Relationship Id="rId5" Type="http://schemas.openxmlformats.org/officeDocument/2006/relationships/tags" Target="../tags/tag8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9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tags" Target="../tags/tag88.xml"/><Relationship Id="rId3" Type="http://schemas.openxmlformats.org/officeDocument/2006/relationships/image" Target="../media/image11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image" Target="../media/image13.png"/><Relationship Id="rId3" Type="http://schemas.openxmlformats.org/officeDocument/2006/relationships/image" Target="../media/image8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多路分频器设计</a:t>
            </a:r>
            <a:r>
              <a:rPr lang="zh-CN" altLang="en-US" dirty="0"/>
              <a:t>详解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2</a:t>
            </a:r>
            <a:r>
              <a:rPr lang="zh-CN" altLang="en-US"/>
              <a:t>分频</a:t>
            </a:r>
            <a:r>
              <a:rPr lang="zh-CN" altLang="en-US"/>
              <a:t>详解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7355" y="1285240"/>
            <a:ext cx="11337290" cy="1098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55" y="2685415"/>
            <a:ext cx="7551420" cy="291655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4563745" y="150241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7252335" y="150241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9940925" y="150241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4</a:t>
            </a:r>
            <a:r>
              <a:rPr lang="zh-CN" altLang="en-US"/>
              <a:t>分频</a:t>
            </a:r>
            <a:r>
              <a:rPr lang="zh-CN" altLang="en-US"/>
              <a:t>详解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6920" y="1276350"/>
            <a:ext cx="11113135" cy="9486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" y="3968115"/>
            <a:ext cx="5471795" cy="29070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705" y="4053840"/>
            <a:ext cx="6882130" cy="2580640"/>
          </a:xfrm>
          <a:prstGeom prst="rect">
            <a:avLst/>
          </a:prstGeom>
        </p:spPr>
      </p:pic>
      <p:sp>
        <p:nvSpPr>
          <p:cNvPr id="9" name="矩形标注 8"/>
          <p:cNvSpPr/>
          <p:nvPr/>
        </p:nvSpPr>
        <p:spPr>
          <a:xfrm>
            <a:off x="756920" y="2677795"/>
            <a:ext cx="4331335" cy="1227455"/>
          </a:xfrm>
          <a:prstGeom prst="wedgeRectCallout">
            <a:avLst>
              <a:gd name="adj1" fmla="val -20385"/>
              <a:gd name="adj2" fmla="val -4653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div_cnt:</a:t>
            </a:r>
            <a:endParaRPr lang="en-US" altLang="zh-CN"/>
          </a:p>
          <a:p>
            <a:pPr algn="ctr"/>
            <a:r>
              <a:rPr lang="zh-CN" altLang="en-US"/>
              <a:t>根据系统时钟的上升沿</a:t>
            </a:r>
            <a:endParaRPr lang="zh-CN" altLang="en-US"/>
          </a:p>
          <a:p>
            <a:pPr algn="ctr"/>
            <a:r>
              <a:rPr lang="zh-CN" altLang="en-US"/>
              <a:t>设计</a:t>
            </a:r>
            <a:r>
              <a:rPr lang="zh-CN" altLang="en-US"/>
              <a:t>的从</a:t>
            </a:r>
            <a:r>
              <a:rPr lang="en-US" altLang="zh-CN"/>
              <a:t>0</a:t>
            </a:r>
            <a:r>
              <a:rPr lang="zh-CN" altLang="en-US"/>
              <a:t>到</a:t>
            </a:r>
            <a:r>
              <a:rPr lang="en-US" altLang="zh-CN"/>
              <a:t>3</a:t>
            </a:r>
            <a:r>
              <a:rPr lang="zh-CN" altLang="en-US"/>
              <a:t>的</a:t>
            </a: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10" name="矩形标注 9"/>
          <p:cNvSpPr/>
          <p:nvPr/>
        </p:nvSpPr>
        <p:spPr>
          <a:xfrm>
            <a:off x="6534785" y="2677795"/>
            <a:ext cx="4331335" cy="1227455"/>
          </a:xfrm>
          <a:prstGeom prst="wedgeRectCallout">
            <a:avLst>
              <a:gd name="adj1" fmla="val -18054"/>
              <a:gd name="adj2" fmla="val -4984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div4:</a:t>
            </a:r>
            <a:endParaRPr lang="en-US" altLang="zh-CN"/>
          </a:p>
          <a:p>
            <a:pPr algn="ctr"/>
            <a:r>
              <a:rPr lang="zh-CN" altLang="en-US"/>
              <a:t>在</a:t>
            </a:r>
            <a:r>
              <a:rPr lang="en-US" altLang="zh-CN">
                <a:sym typeface="+mn-ea"/>
              </a:rPr>
              <a:t>div_cnt</a:t>
            </a:r>
            <a:r>
              <a:rPr lang="zh-CN" altLang="en-US">
                <a:sym typeface="+mn-ea"/>
              </a:rPr>
              <a:t>等于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或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取反，</a:t>
            </a:r>
            <a:endParaRPr lang="zh-CN" altLang="en-US"/>
          </a:p>
          <a:p>
            <a:pPr algn="ctr"/>
            <a:r>
              <a:rPr lang="zh-CN" altLang="en-US"/>
              <a:t>实现</a:t>
            </a:r>
            <a:r>
              <a:rPr lang="en-US" altLang="zh-CN"/>
              <a:t>4</a:t>
            </a:r>
            <a:r>
              <a:rPr lang="zh-CN" altLang="en-US"/>
              <a:t>分</a:t>
            </a:r>
            <a:r>
              <a:rPr lang="zh-CN" altLang="en-US"/>
              <a:t>频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5476240" y="141859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7012940" y="149860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8578215" y="149860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10143490" y="146431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11680190" y="146431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3939540" y="147447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8</a:t>
            </a:r>
            <a:r>
              <a:rPr lang="zh-CN" altLang="en-US"/>
              <a:t>分频</a:t>
            </a:r>
            <a:r>
              <a:rPr lang="zh-CN" altLang="en-US"/>
              <a:t>详解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2110" y="1200785"/>
            <a:ext cx="11470005" cy="966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" y="3758565"/>
            <a:ext cx="5471795" cy="2907030"/>
          </a:xfrm>
          <a:prstGeom prst="rect">
            <a:avLst/>
          </a:prstGeom>
        </p:spPr>
      </p:pic>
      <p:sp>
        <p:nvSpPr>
          <p:cNvPr id="9" name="矩形标注 8"/>
          <p:cNvSpPr/>
          <p:nvPr/>
        </p:nvSpPr>
        <p:spPr>
          <a:xfrm>
            <a:off x="756920" y="2468245"/>
            <a:ext cx="4331335" cy="1227455"/>
          </a:xfrm>
          <a:prstGeom prst="wedgeRectCallout">
            <a:avLst>
              <a:gd name="adj1" fmla="val -20385"/>
              <a:gd name="adj2" fmla="val -4653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div_cnt:</a:t>
            </a:r>
            <a:endParaRPr lang="en-US" altLang="zh-CN"/>
          </a:p>
          <a:p>
            <a:pPr algn="ctr"/>
            <a:r>
              <a:rPr lang="zh-CN" altLang="en-US"/>
              <a:t>根据系统时钟的上升沿</a:t>
            </a:r>
            <a:endParaRPr lang="zh-CN" altLang="en-US"/>
          </a:p>
          <a:p>
            <a:pPr algn="ctr"/>
            <a:r>
              <a:rPr lang="zh-CN" altLang="en-US"/>
              <a:t>设计</a:t>
            </a:r>
            <a:r>
              <a:rPr lang="zh-CN" altLang="en-US"/>
              <a:t>的从</a:t>
            </a:r>
            <a:r>
              <a:rPr lang="en-US" altLang="zh-CN"/>
              <a:t>0</a:t>
            </a:r>
            <a:r>
              <a:rPr lang="zh-CN" altLang="en-US"/>
              <a:t>到</a:t>
            </a:r>
            <a:r>
              <a:rPr lang="en-US" altLang="zh-CN"/>
              <a:t>3</a:t>
            </a:r>
            <a:r>
              <a:rPr lang="zh-CN" altLang="en-US"/>
              <a:t>的</a:t>
            </a: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10" name="矩形标注 9"/>
          <p:cNvSpPr/>
          <p:nvPr/>
        </p:nvSpPr>
        <p:spPr>
          <a:xfrm>
            <a:off x="6534785" y="2458720"/>
            <a:ext cx="4331335" cy="1227455"/>
          </a:xfrm>
          <a:prstGeom prst="wedgeRectCallout">
            <a:avLst>
              <a:gd name="adj1" fmla="val -18054"/>
              <a:gd name="adj2" fmla="val -4984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div8:</a:t>
            </a:r>
            <a:endParaRPr lang="en-US" altLang="zh-CN"/>
          </a:p>
          <a:p>
            <a:pPr algn="ctr"/>
            <a:r>
              <a:rPr lang="zh-CN" altLang="en-US"/>
              <a:t>仅在</a:t>
            </a:r>
            <a:r>
              <a:rPr lang="en-US" altLang="zh-CN">
                <a:sym typeface="+mn-ea"/>
              </a:rPr>
              <a:t>div_cnt</a:t>
            </a:r>
            <a:r>
              <a:rPr lang="zh-CN" altLang="en-US">
                <a:sym typeface="+mn-ea"/>
              </a:rPr>
              <a:t>等于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时取反，</a:t>
            </a:r>
            <a:endParaRPr lang="zh-CN" altLang="en-US"/>
          </a:p>
          <a:p>
            <a:pPr algn="ctr"/>
            <a:r>
              <a:rPr lang="zh-CN" altLang="en-US"/>
              <a:t>实现</a:t>
            </a:r>
            <a:r>
              <a:rPr lang="en-US" altLang="zh-CN"/>
              <a:t>8</a:t>
            </a:r>
            <a:r>
              <a:rPr lang="zh-CN" altLang="en-US"/>
              <a:t>分</a:t>
            </a:r>
            <a:r>
              <a:rPr lang="zh-CN" altLang="en-US"/>
              <a:t>频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310" y="3758565"/>
            <a:ext cx="4448810" cy="275971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3813175" y="141859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7219315" y="141859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10625455" y="1418590"/>
            <a:ext cx="10160" cy="760730"/>
          </a:xfrm>
          <a:prstGeom prst="straightConnector1">
            <a:avLst/>
          </a:prstGeom>
          <a:ln w="603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分频详解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17525" y="1574165"/>
            <a:ext cx="11156950" cy="31019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分频详解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31875" y="3685540"/>
            <a:ext cx="4130040" cy="314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3685540"/>
            <a:ext cx="4211320" cy="3172460"/>
          </a:xfrm>
          <a:prstGeom prst="rect">
            <a:avLst/>
          </a:prstGeom>
        </p:spPr>
      </p:pic>
      <p:pic>
        <p:nvPicPr>
          <p:cNvPr id="7" name="内容占位符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31875" y="1018540"/>
            <a:ext cx="9592310" cy="2667000"/>
          </a:xfrm>
          <a:prstGeom prst="rect">
            <a:avLst/>
          </a:prstGeom>
        </p:spPr>
      </p:pic>
      <p:sp>
        <p:nvSpPr>
          <p:cNvPr id="8" name="图文框 7"/>
          <p:cNvSpPr/>
          <p:nvPr/>
        </p:nvSpPr>
        <p:spPr>
          <a:xfrm>
            <a:off x="1306195" y="1452880"/>
            <a:ext cx="9318625" cy="411480"/>
          </a:xfrm>
          <a:prstGeom prst="fram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图文框 8"/>
          <p:cNvSpPr/>
          <p:nvPr/>
        </p:nvSpPr>
        <p:spPr>
          <a:xfrm>
            <a:off x="1306195" y="2226945"/>
            <a:ext cx="9317990" cy="431165"/>
          </a:xfrm>
          <a:prstGeom prst="fram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图文框 9"/>
          <p:cNvSpPr/>
          <p:nvPr/>
        </p:nvSpPr>
        <p:spPr>
          <a:xfrm>
            <a:off x="2006600" y="4323080"/>
            <a:ext cx="925195" cy="339725"/>
          </a:xfrm>
          <a:prstGeom prst="fram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图文框 10"/>
          <p:cNvSpPr/>
          <p:nvPr/>
        </p:nvSpPr>
        <p:spPr>
          <a:xfrm>
            <a:off x="7143750" y="4323080"/>
            <a:ext cx="925195" cy="339725"/>
          </a:xfrm>
          <a:prstGeom prst="fram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分频详解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31875" y="3874135"/>
            <a:ext cx="4533900" cy="2983865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31875" y="1059180"/>
            <a:ext cx="9592310" cy="2667000"/>
          </a:xfrm>
          <a:prstGeom prst="rect">
            <a:avLst/>
          </a:prstGeom>
        </p:spPr>
      </p:pic>
      <p:sp>
        <p:nvSpPr>
          <p:cNvPr id="8" name="图文框 7"/>
          <p:cNvSpPr/>
          <p:nvPr/>
        </p:nvSpPr>
        <p:spPr>
          <a:xfrm>
            <a:off x="1306195" y="1889760"/>
            <a:ext cx="9318625" cy="411480"/>
          </a:xfrm>
          <a:prstGeom prst="fram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图文框 8"/>
          <p:cNvSpPr/>
          <p:nvPr/>
        </p:nvSpPr>
        <p:spPr>
          <a:xfrm>
            <a:off x="1306195" y="2684145"/>
            <a:ext cx="9317990" cy="431165"/>
          </a:xfrm>
          <a:prstGeom prst="fram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655" y="3726180"/>
            <a:ext cx="4368165" cy="3074035"/>
          </a:xfrm>
          <a:prstGeom prst="rect">
            <a:avLst/>
          </a:prstGeom>
        </p:spPr>
      </p:pic>
      <p:sp>
        <p:nvSpPr>
          <p:cNvPr id="11" name="图文框 10"/>
          <p:cNvSpPr/>
          <p:nvPr/>
        </p:nvSpPr>
        <p:spPr>
          <a:xfrm>
            <a:off x="2128520" y="3874135"/>
            <a:ext cx="925195" cy="339725"/>
          </a:xfrm>
          <a:prstGeom prst="fram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图文框 11"/>
          <p:cNvSpPr/>
          <p:nvPr/>
        </p:nvSpPr>
        <p:spPr>
          <a:xfrm>
            <a:off x="7431405" y="3874135"/>
            <a:ext cx="1048385" cy="339725"/>
          </a:xfrm>
          <a:prstGeom prst="fram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图文框 12"/>
          <p:cNvSpPr/>
          <p:nvPr/>
        </p:nvSpPr>
        <p:spPr>
          <a:xfrm>
            <a:off x="2609215" y="4972685"/>
            <a:ext cx="1048385" cy="339725"/>
          </a:xfrm>
          <a:prstGeom prst="fram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图文框 13"/>
          <p:cNvSpPr/>
          <p:nvPr/>
        </p:nvSpPr>
        <p:spPr>
          <a:xfrm>
            <a:off x="7916545" y="4972685"/>
            <a:ext cx="1048385" cy="339725"/>
          </a:xfrm>
          <a:prstGeom prst="fram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分频详解</a:t>
            </a:r>
            <a:endParaRPr lang="zh-CN" altLang="en-US"/>
          </a:p>
        </p:txBody>
      </p:sp>
      <p:pic>
        <p:nvPicPr>
          <p:cNvPr id="5" name="内容占位符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32510" y="1254760"/>
            <a:ext cx="9592310" cy="2667000"/>
          </a:xfrm>
          <a:prstGeom prst="rect">
            <a:avLst/>
          </a:prstGeom>
        </p:spPr>
      </p:pic>
      <p:sp>
        <p:nvSpPr>
          <p:cNvPr id="10" name="图文框 9"/>
          <p:cNvSpPr/>
          <p:nvPr/>
        </p:nvSpPr>
        <p:spPr>
          <a:xfrm>
            <a:off x="1306830" y="3265805"/>
            <a:ext cx="9282430" cy="431165"/>
          </a:xfrm>
          <a:prstGeom prst="fram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" y="4641215"/>
            <a:ext cx="10636250" cy="8261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99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299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单击添加文档标题"/>
  <p:tag name="KSO_WM_UNIT_TEXT_TYPE" val="1"/>
</p:tagLst>
</file>

<file path=ppt/tags/tag69.xml><?xml version="1.0" encoding="utf-8"?>
<p:tagLst xmlns:p="http://schemas.openxmlformats.org/presentationml/2006/main">
  <p:tag name="KSO_WM_SLIDE_ID" val="custom2023329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UNIT_SUBTYPE" val="a"/>
  <p:tag name="KSO_WM_UNIT_NOCLEAR" val="0"/>
  <p:tag name="KSO_WM_UNIT_VALUE" val="330"/>
  <p:tag name="KSO_WM_UNIT_PRESET_TEXT" val="单击此处添加文本"/>
  <p:tag name="KSO_WM_UNIT_TEXT_TYPE" val="1"/>
</p:tagLst>
</file>

<file path=ppt/tags/tag75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heme/theme1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WPS 演示</Application>
  <PresentationFormat>宽屏</PresentationFormat>
  <Paragraphs>32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 Demibold</vt:lpstr>
      <vt:lpstr>Office 主题​​</vt:lpstr>
      <vt:lpstr>单击添加文档标题</vt:lpstr>
      <vt:lpstr>PowerPoint 演示文稿</vt:lpstr>
      <vt:lpstr>单击此处添加标题</vt:lpstr>
      <vt:lpstr>PowerPoint 演示文稿</vt:lpstr>
      <vt:lpstr>PowerPoint 演示文稿</vt:lpstr>
      <vt:lpstr>3分频详解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Lydia阮</cp:lastModifiedBy>
  <cp:revision>168</cp:revision>
  <dcterms:created xsi:type="dcterms:W3CDTF">2019-06-19T02:08:00Z</dcterms:created>
  <dcterms:modified xsi:type="dcterms:W3CDTF">2026-04-15T02:32:37Z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DD7C6D532B9D40A0B84905A16DB2E2AF_13</vt:lpwstr>
  </property>
</Properties>
</file>